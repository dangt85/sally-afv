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session. Two changes, one phone number. Start with the product question because it's new. The order upgrade is the same question as session 3, answered from a different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Hybrid, not vector, so exact phrases like "won't ignite" aren't outranked. The search-index wizard selects vector by default, and you cannot switch it in place. Worth showing the checkbox before you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Account, Order, Order Item, and Product yourself. Say why you're not clicking the data kit: the mapping is the lesson. Ingestion is not instant. If a new order is missing, wait, don't rebuild.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two demos landed, spend two minutes on Contact Center: same agent, Salesforce is the phone system, no Connect. Don't start that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WITH SALLY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75120" y="3474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40" kern="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  OF 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manual.</a:t>
            </a:r>
            <a:endParaRPr lang="en-US" sz="6000" dirty="0"/>
          </a:p>
          <a:p>
            <a:pPr indent="0" marL="0">
              <a:buNone/>
            </a:pPr>
            <a:r>
              <a:rPr lang="en-US" sz="60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upgrade the order.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94360" y="470916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E5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question comes from the manual. Order lookup moves to the data graph.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CAIRN OUTDOOR CO.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75120" y="3474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40" kern="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upgrades. The phone doesn't change.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74720" cy="4297680"/>
          </a:xfrm>
          <a:prstGeom prst="rect">
            <a:avLst/>
          </a:prstGeom>
          <a:solidFill>
            <a:srgbClr val="24362C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15798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question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86968" y="429768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clean the filter. Why the stove won't ignite. From the PDF.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474720" cy="4297680"/>
          </a:xfrm>
          <a:prstGeom prst="rect">
            <a:avLst/>
          </a:prstGeom>
          <a:solidFill>
            <a:srgbClr val="24362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15798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lookup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429768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known caller stops repeating what Salesforce already has.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55864" y="1828800"/>
            <a:ext cx="3474720" cy="4297680"/>
          </a:xfrm>
          <a:prstGeom prst="rect">
            <a:avLst/>
          </a:prstGeom>
          <a:solidFill>
            <a:srgbClr val="F7F3EB"/>
          </a:solidFill>
          <a:ln w="15875">
            <a:solidFill>
              <a:srgbClr val="D9C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15798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48472" y="28803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Connect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48472" y="429768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5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Agentforce Contact Center is this agent without Amazon Connect.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75120" y="3474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40" kern="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screen.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627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manual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the FAQ articles cannot answer.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651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the index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017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Hybrid. The wizard defaults to vector.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6758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675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the orders by hand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the Salesforce data kit on purpose.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7000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7000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as a known customer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506577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comes back without a quiz.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rebuild Connect. This hour is grounding.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80" kern="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3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answers are grounded.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manual answer is real. The known caller isn't asked to start over.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212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series. Contact Center is the coda, not a sixth build.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— Cairn Outdoor Co.</dc:title>
  <dc:subject>Code with Sally — Agentforce Voice</dc:subject>
  <dc:creator>Daniel Gonzalez</dc:creator>
  <cp:lastModifiedBy>Daniel Gonzalez</cp:lastModifiedBy>
  <cp:revision>1</cp:revision>
  <dcterms:created xsi:type="dcterms:W3CDTF">2026-09-25T20:38:32Z</dcterms:created>
  <dcterms:modified xsi:type="dcterms:W3CDTF">2026-09-25T20:38:32Z</dcterms:modified>
</cp:coreProperties>
</file>
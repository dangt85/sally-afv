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 work. Today is company questions: returns, shipping, warranty. Not product how-tos.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slow one first and let the audience feel it. Then replace the retriever. Don't change the question between the two calls or the comparison is muddy.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Articles loaded by the data script land as drafts. If retrieval is empty, they aren't published yet. Say that when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 is enough. Returns is the one people remember. Mention you'll do product manuals next, from the PDFs, not from these articles.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WITH SALLY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75120" y="3474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40" kern="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  OF 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your</a:t>
            </a:r>
            <a:endParaRPr lang="en-US" sz="6000" dirty="0"/>
          </a:p>
          <a:p>
            <a:pPr indent="0" marL="0">
              <a:buNone/>
            </a:pPr>
            <a:r>
              <a:rPr lang="en-US" sz="60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policy?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94360" y="470916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E5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from the FAQ articles. Then show why the Apex retriever is faster.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CAIRN OUTDOOR CO.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75120" y="3474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40" kern="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articles. Two ways of reading them.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74720" cy="4297680"/>
          </a:xfrm>
          <a:prstGeom prst="rect">
            <a:avLst/>
          </a:prstGeom>
          <a:solidFill>
            <a:srgbClr val="24362C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15798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template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86968" y="429768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built-in retriever. This is the baseline.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474720" cy="4297680"/>
          </a:xfrm>
          <a:prstGeom prst="rect">
            <a:avLst/>
          </a:prstGeom>
          <a:solidFill>
            <a:srgbClr val="24362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15798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 vector search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429768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index, without the template in the way.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55864" y="1828800"/>
            <a:ext cx="3474720" cy="4297680"/>
          </a:xfrm>
          <a:prstGeom prst="rect">
            <a:avLst/>
          </a:prstGeom>
          <a:solidFill>
            <a:srgbClr val="F7F3EB"/>
          </a:solidFill>
          <a:ln w="15875">
            <a:solidFill>
              <a:srgbClr val="D9C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15798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48472" y="288036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them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48472" y="429768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5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asked twice. Listen for the wait.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75120" y="34747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40" kern="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screen.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627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 the articles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don't get retrieved.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651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about returns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017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has to come from the article.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6758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675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in the Apex action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template retriever out.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7000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66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7000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same question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506577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answer. Less waiting.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6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index the product manuals.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80" kern="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3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second one is faster.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D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return-policy answer. The wait is the lesson, not a new feature.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212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 — read the manual, then upgrade the order lookup.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 — Cairn Outdoor Co.</dc:title>
  <dc:subject>Code with Sally — Agentforce Voice</dc:subject>
  <dc:creator>Daniel Gonzalez</dc:creator>
  <cp:lastModifiedBy>Daniel Gonzalez</cp:lastModifiedBy>
  <cp:revision>1</cp:revision>
  <dcterms:created xsi:type="dcterms:W3CDTF">2026-09-25T20:38:32Z</dcterms:created>
  <dcterms:modified xsi:type="dcterms:W3CDTF">2026-09-25T20:38:32Z</dcterms:modified>
</cp:coreProperties>
</file>
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phone and the transfer already work. Today the agent is allowed to know about orders, and only orders.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calls, two rules. If the incoming number matches exactly one person, use it. If it matches nobody or more than one, an order number alone is not enough — they also need the date the order was placed. Wrong, or missing, and the call goes to a person. Don't read the order number and total back to someone you couldn't identify.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lookup is the Flow. Say out loud that this is the simple version and it will be replaced. Resist opening Data Cloud.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 both calls. Check the answer against the order record before you hang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60" kern="0" dirty="0">
                <a:solidFill>
                  <a:srgbClr val="A86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WITH SALLY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675120" y="347472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140" kern="0" dirty="0">
                <a:solidFill>
                  <a:srgbClr val="5C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3  OF 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691640"/>
            <a:ext cx="10972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rgbClr val="243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Where's my order?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94360" y="4709160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E51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the customers and orders. A known caller and an unknown caller each get the right one.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60" kern="0" dirty="0">
                <a:solidFill>
                  <a:srgbClr val="A86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CAIRN OUTDOOR CO.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675120" y="347472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140" kern="0" dirty="0">
                <a:solidFill>
                  <a:srgbClr val="5C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 can finally answer something.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3474720" cy="4297680"/>
          </a:xfrm>
          <a:prstGeom prst="rect">
            <a:avLst/>
          </a:prstGeom>
          <a:solidFill>
            <a:srgbClr val="24362C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" y="2157984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40" kern="0" dirty="0">
                <a:solidFill>
                  <a:srgbClr val="E4D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86968" y="2880360"/>
            <a:ext cx="28895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3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Their number matches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86968" y="4297680"/>
            <a:ext cx="28895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D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account. The agent already knows who is calling.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25112" y="1828800"/>
            <a:ext cx="3474720" cy="4297680"/>
          </a:xfrm>
          <a:prstGeom prst="rect">
            <a:avLst/>
          </a:prstGeom>
          <a:solidFill>
            <a:srgbClr val="24362C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2157984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40" kern="0" dirty="0">
                <a:solidFill>
                  <a:srgbClr val="E4D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17720" y="2880360"/>
            <a:ext cx="28895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3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 the order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17720" y="4297680"/>
            <a:ext cx="28895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D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number plus the date it was placed. Or a person.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55864" y="1828800"/>
            <a:ext cx="3474720" cy="4297680"/>
          </a:xfrm>
          <a:prstGeom prst="rect">
            <a:avLst/>
          </a:prstGeom>
          <a:solidFill>
            <a:srgbClr val="F7F3EB"/>
          </a:solidFill>
          <a:ln w="15875">
            <a:solidFill>
              <a:srgbClr val="D9CD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48472" y="2157984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40" kern="0" dirty="0">
                <a:solidFill>
                  <a:srgbClr val="A86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TODAY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48472" y="2880360"/>
            <a:ext cx="28895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43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Cloud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348472" y="4297680"/>
            <a:ext cx="28895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51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version is a Flow against Salesforce.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60" kern="0" dirty="0">
                <a:solidFill>
                  <a:srgbClr val="A86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SCREEN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675120" y="347472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140" kern="0" dirty="0">
                <a:solidFill>
                  <a:srgbClr val="5C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screen.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" y="162763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86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62763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43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 customers and orders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199339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 too, only because orders need them.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65176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86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26517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43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Wire up the Flow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54480" y="301752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number, total, status, delivery date.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3675888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86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36758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43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 from a known number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54480" y="404164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should not ask who they are.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" y="4700016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86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54480" y="470001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43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 from anywhere else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5065776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facts, or hand the call to a person.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6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open Data Cloud. Don't load the FAQ articles.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436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258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80" kern="0" dirty="0">
                <a:solidFill>
                  <a:srgbClr val="E4D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WHEN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789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3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 calls are right.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3246120"/>
            <a:ext cx="9601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4D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known caller hears their order. An unknown caller has to prove it.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52120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E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session — what's your return policy?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3 — Cairn Outdoor Co.</dc:title>
  <dc:subject>Code with Sally — Agentforce Voice</dc:subject>
  <dc:creator>Daniel Gonzalez</dc:creator>
  <cp:lastModifiedBy>Daniel Gonzalez</cp:lastModifiedBy>
  <cp:revision>1</cp:revision>
  <dcterms:created xsi:type="dcterms:W3CDTF">2026-09-25T20:38:32Z</dcterms:created>
  <dcterms:modified xsi:type="dcterms:W3CDTF">2026-09-25T20:38:32Z</dcterms:modified>
</cp:coreProperties>
</file>